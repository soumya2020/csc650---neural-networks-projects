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d67fb539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d67fb539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d67fb5395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d67fb539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de468fcd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de468fcd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d67fb5395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d67fb5395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db37f387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db37f38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db37f387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db37f387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d67fb5395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d67fb5395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d67fb5395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d67fb5395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d67fb5395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d67fb5395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kaggle.com/datasets/zalando-research/fashionmnist?select=fashion-mnist_train.csv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Classification with CNNs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Luis Gilbuena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Classifying images of fashion items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Can be used to tackle different classification problems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More efficient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Larger scale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Reduces human error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Fashion-MNIST</a:t>
            </a:r>
            <a:endParaRPr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10 categories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70,000 images (10,000 test &amp; 60,000 train)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CSV file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Each row is a separate image</a:t>
            </a:r>
            <a:endParaRPr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Column 1 represents label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784 columns that represent a singular pixel with values between 0-255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Preprocessing</a:t>
            </a:r>
            <a:endParaRPr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Turning 1-dimensional array into a 2-dimensional 28x28 array to represent our image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Simplifying pixel values from 0-255 to 0-1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https://www.kaggle.com/datasets/zalando-research/fashionmnist?select=fashion-mnist_train.csv</a:t>
            </a:r>
            <a:r>
              <a:rPr lang="en"/>
              <a:t> </a:t>
            </a:r>
            <a:endParaRPr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9000" y="1286088"/>
            <a:ext cx="5288551" cy="6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cont.</a:t>
            </a:r>
            <a:endParaRPr/>
          </a:p>
        </p:txBody>
      </p:sp>
      <p:pic>
        <p:nvPicPr>
          <p:cNvPr id="106" name="Google Shape;10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2" cy="2468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Created a CNN to classify images (Pytorch)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Tested </a:t>
            </a:r>
            <a:r>
              <a:rPr lang="en"/>
              <a:t>different</a:t>
            </a:r>
            <a:r>
              <a:rPr lang="en"/>
              <a:t> variants of hyperparameters	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Batch size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Adjusting learning rate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Dropoff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Current architecture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4 convolutional layers -&gt; fully connected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Adam optimizer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Cross Entropy Loss function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2399" y="704400"/>
            <a:ext cx="2523500" cy="415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325" y="4172825"/>
            <a:ext cx="5486400" cy="6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 count observations</a:t>
            </a:r>
            <a:endParaRPr/>
          </a:p>
        </p:txBody>
      </p:sp>
      <p:sp>
        <p:nvSpPr>
          <p:cNvPr id="120" name="Google Shape;120;p18"/>
          <p:cNvSpPr txBox="1"/>
          <p:nvPr/>
        </p:nvSpPr>
        <p:spPr>
          <a:xfrm>
            <a:off x="157775" y="1853850"/>
            <a:ext cx="4147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Low batch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4642163" y="1903688"/>
            <a:ext cx="4147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High batch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2" name="Google Shape;122;p18" title="highbatc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7455" y="2403263"/>
            <a:ext cx="3196620" cy="2550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8" title="lowbatc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825" y="2378350"/>
            <a:ext cx="3259093" cy="259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rate observations</a:t>
            </a:r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157775" y="1853850"/>
            <a:ext cx="4147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Low lr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4642163" y="1903688"/>
            <a:ext cx="4147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High lr (50 min. runtime)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1" name="Google Shape;131;p19" title="highd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6225" y="2391150"/>
            <a:ext cx="3259093" cy="259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9" title="lowd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825" y="2391150"/>
            <a:ext cx="3259093" cy="259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Dropout observations</a:t>
            </a:r>
            <a:endParaRPr/>
          </a:p>
        </p:txBody>
      </p:sp>
      <p:pic>
        <p:nvPicPr>
          <p:cNvPr id="138" name="Google Shape;138;p20" title="plts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800" y="2338425"/>
            <a:ext cx="3325175" cy="26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0" title="nd_plt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3174" y="2338434"/>
            <a:ext cx="3325175" cy="265266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0"/>
          <p:cNvSpPr txBox="1"/>
          <p:nvPr/>
        </p:nvSpPr>
        <p:spPr>
          <a:xfrm>
            <a:off x="157775" y="1853850"/>
            <a:ext cx="4147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With dropout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4642163" y="1903688"/>
            <a:ext cx="4147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Without dropout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Simple dataset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Explore datasets that are more modern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Lighting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Background noise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Fabric texture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Higher resolution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Expand the classification to multi-label recognition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Classify clothes as well as identify their attributes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Fabric texture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Color</a:t>
            </a:r>
            <a:endParaRPr/>
          </a:p>
        </p:txBody>
      </p:sp>
      <p:pic>
        <p:nvPicPr>
          <p:cNvPr id="148" name="Google Shape;14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1263" y="1263588"/>
            <a:ext cx="1685925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6988" y="3163738"/>
            <a:ext cx="1514475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9738" y="1318638"/>
            <a:ext cx="1685925" cy="30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56" name="Google Shape;156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Overall success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Final accuracy consistently landed between 92%-93%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Learned more about the effects of tuning hyperparameters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Able to assess the strengths and weakness of this project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Explore further improvements that could focused upon this project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